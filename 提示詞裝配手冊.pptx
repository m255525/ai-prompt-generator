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m255525.github.io/ai-prompt-generator/" TargetMode="External"/><Relationship Id="rId1" Type="http://schemas.openxmlformats.org/officeDocument/2006/relationships/image" Target="../media/Slide-14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ENGINEERING · 簡報版操作手冊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280160" y="237744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提示詞裝配手冊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371600" y="352044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A4C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把想法填進四種框架，組裝成一段結構完整的提示詞——AI 提示詞產生器操作說明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371600" y="4343400"/>
            <a:ext cx="1120140" cy="420624"/>
          </a:xfrm>
          <a:prstGeom prst="rect">
            <a:avLst/>
          </a:prstGeom>
          <a:solidFill>
            <a:srgbClr val="111E3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4343400"/>
            <a:ext cx="11201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92908" y="4343400"/>
            <a:ext cx="873252" cy="420624"/>
          </a:xfrm>
          <a:prstGeom prst="rect">
            <a:avLst/>
          </a:prstGeom>
          <a:solidFill>
            <a:srgbClr val="111E38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2908" y="4343400"/>
            <a:ext cx="8732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767328" y="4343400"/>
            <a:ext cx="873252" cy="420624"/>
          </a:xfrm>
          <a:prstGeom prst="rect">
            <a:avLst/>
          </a:prstGeom>
          <a:solidFill>
            <a:srgbClr val="111E38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67328" y="4343400"/>
            <a:ext cx="8732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1748" y="4343400"/>
            <a:ext cx="1367028" cy="420624"/>
          </a:xfrm>
          <a:prstGeom prst="rect">
            <a:avLst/>
          </a:prstGeom>
          <a:solidFill>
            <a:srgbClr val="111E3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1748" y="4343400"/>
            <a:ext cx="13670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CO-STAR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製作：Mark Tsai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IT DOES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一句話說明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提供四種提示詞框架，填入變數即可組成</a:t>
            </a:r>
            <a:pPr indent="0" marL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38BD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結構完整的提示詞</a:t>
            </a:r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；也可以直接串接你自己的語言模型，一鍵取得</a:t>
            </a:r>
            <a:pPr indent="0" marL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38BD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產生的內容</a:t>
            </a:r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3383280"/>
            <a:ext cx="5074920" cy="2377440"/>
          </a:xfrm>
          <a:prstGeom prst="rect">
            <a:avLst/>
          </a:prstGeom>
          <a:solidFill>
            <a:srgbClr val="111E38"/>
          </a:solidFill>
          <a:ln w="12700">
            <a:solidFill>
              <a:srgbClr val="23345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383280"/>
            <a:ext cx="5074920" cy="6400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67588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適合誰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4133088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93A4C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需要常態產出社群文案、通知信、簡報大綱等內容的人，或想幫「AI 影音工坊」快速產生逐段腳本的人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3383280"/>
            <a:ext cx="5074920" cy="2377440"/>
          </a:xfrm>
          <a:prstGeom prst="rect">
            <a:avLst/>
          </a:prstGeom>
          <a:solidFill>
            <a:srgbClr val="111E38"/>
          </a:solidFill>
          <a:ln w="12700">
            <a:solidFill>
              <a:srgbClr val="23345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3383280"/>
            <a:ext cx="5074920" cy="6400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367588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要記得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4133088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93A4C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「組成提示詞」不需要任何金鑰就能用；只有想讓 AI 直接幫你寫出最終結果，才需要自己的 API 金鑰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262872" y="63550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6355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提示詞產生器 · 操作手冊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ACTIONS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組成提示詞，還是直接生成？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4C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這是工具裡最核心的兩個按鈕，分開設計是為了讓沒有金鑰的人也能完整使用框架組裝功能。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423160"/>
            <a:ext cx="5074920" cy="3200400"/>
          </a:xfrm>
          <a:prstGeom prst="rect">
            <a:avLst/>
          </a:prstGeom>
          <a:solidFill>
            <a:srgbClr val="111E38"/>
          </a:solidFill>
          <a:ln w="15875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43000" y="269748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KEY REQUIRED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3000" y="299008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🔧 組成提示詞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43000" y="3657600"/>
            <a:ext cx="4434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3A4C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純前端字串組裝，不需金鑰、不連網。依框架把欄位組成一段結構化文字，按「複製提示詞」就能貼到任何 AI 對話框自己使用。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2423160"/>
            <a:ext cx="5074920" cy="3200400"/>
          </a:xfrm>
          <a:prstGeom prst="rect">
            <a:avLst/>
          </a:prstGeom>
          <a:solidFill>
            <a:srgbClr val="111E38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269748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 · BYOK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37960" y="299008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🚀 送給 AI 直接生成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537960" y="3657600"/>
            <a:ext cx="4434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3A4C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選用功能。把組成好的提示詞送給你自己設定的語言模型，直接在本工具顯示 AI 實際產生的結果，不用再手動複製貼到別的地方。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262872" y="63550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6355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提示詞產生器 · 操作手冊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FOUR FRAMEWORKS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總覽：四種提示詞框架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4C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上方選一個分頁，填變數即可組成結構完整的提示詞——四個框架各自的欄位、結果互不影響。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240280"/>
            <a:ext cx="2423160" cy="3246120"/>
          </a:xfrm>
          <a:prstGeom prst="rect">
            <a:avLst/>
          </a:prstGeom>
          <a:solidFill>
            <a:srgbClr val="111E38"/>
          </a:solidFill>
          <a:ln w="12700">
            <a:solidFill>
              <a:srgbClr val="23345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240280"/>
            <a:ext cx="64008" cy="32461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45973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8992" y="2880360"/>
            <a:ext cx="191109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3A4C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影音工坊逐段腳本。填「主題／幾段」，產出跟 ai-video-studio 相容的中英對照腳本。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520440" y="2240280"/>
            <a:ext cx="2423160" cy="3246120"/>
          </a:xfrm>
          <a:prstGeom prst="rect">
            <a:avLst/>
          </a:prstGeom>
          <a:solidFill>
            <a:srgbClr val="111E38"/>
          </a:solidFill>
          <a:ln w="12700">
            <a:solidFill>
              <a:srgbClr val="23345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0440" y="2240280"/>
            <a:ext cx="64008" cy="32461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1" name="Text 9"/>
          <p:cNvSpPr/>
          <p:nvPr/>
        </p:nvSpPr>
        <p:spPr>
          <a:xfrm>
            <a:off x="3776472" y="245973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76472" y="2880360"/>
            <a:ext cx="191109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3A4C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Task 任務／Action 動作／Goal 目標。適合交辦型的單一任務，例如寫信、寫通知。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2240280"/>
            <a:ext cx="2423160" cy="3246120"/>
          </a:xfrm>
          <a:prstGeom prst="rect">
            <a:avLst/>
          </a:prstGeom>
          <a:solidFill>
            <a:srgbClr val="111E38"/>
          </a:solidFill>
          <a:ln w="12700">
            <a:solidFill>
              <a:srgbClr val="23345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2240280"/>
            <a:ext cx="64008" cy="32461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5" name="Text 13"/>
          <p:cNvSpPr/>
          <p:nvPr/>
        </p:nvSpPr>
        <p:spPr>
          <a:xfrm>
            <a:off x="6473952" y="245973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73952" y="2880360"/>
            <a:ext cx="191109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3A4C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Action 行動／Purpose 目的／Expectation 期待輸出。比 TAG 更聚焦在輸出規格。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915400" y="2240280"/>
            <a:ext cx="2423160" cy="3246120"/>
          </a:xfrm>
          <a:prstGeom prst="rect">
            <a:avLst/>
          </a:prstGeom>
          <a:solidFill>
            <a:srgbClr val="111E38"/>
          </a:solidFill>
          <a:ln w="12700">
            <a:solidFill>
              <a:srgbClr val="23345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915400" y="2240280"/>
            <a:ext cx="64008" cy="32461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9" name="Text 17"/>
          <p:cNvSpPr/>
          <p:nvPr/>
        </p:nvSpPr>
        <p:spPr>
          <a:xfrm>
            <a:off x="9171432" y="245973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CO-STAR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71432" y="2880360"/>
            <a:ext cx="191109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3A4C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六個維度最完整，適合需要精準控制風格與格式的內容，例如社群文案、公開回覆。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262872" y="63550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355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提示詞產生器 · 操作手冊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 1 / 4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914400"/>
            <a:ext cx="1737360" cy="502920"/>
          </a:xfrm>
          <a:prstGeom prst="rect">
            <a:avLst/>
          </a:prstGeom>
          <a:solidFill>
            <a:srgbClr val="111E38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914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0" y="89611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影音工坊框架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384048" cy="384048"/>
          </a:xfrm>
          <a:prstGeom prst="rect">
            <a:avLst/>
          </a:prstGeom>
          <a:solidFill>
            <a:srgbClr val="111E38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700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CA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 主題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371600" y="195681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手沖咖啡店開幕宣傳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2514600"/>
            <a:ext cx="384048" cy="384048"/>
          </a:xfrm>
          <a:prstGeom prst="rect">
            <a:avLst/>
          </a:prstGeom>
          <a:solidFill>
            <a:srgbClr val="111E38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段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47802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CA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SEGMENTS 段數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371600" y="273405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33832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i="1" dirty="0">
                <a:solidFill>
                  <a:srgbClr val="8CA0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格式規則：一行「中文旁白｜英文關鍵字」，跟 ai-video-studio 的腳本解析邏輯相容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35040" y="1737360"/>
            <a:ext cx="5349240" cy="4023360"/>
          </a:xfrm>
          <a:prstGeom prst="rect">
            <a:avLst/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737360"/>
            <a:ext cx="5349240" cy="384048"/>
          </a:xfrm>
          <a:prstGeom prst="rect">
            <a:avLst/>
          </a:prstGeom>
          <a:solidFill>
            <a:srgbClr val="111E38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73736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3A4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產生結果 · OUTPUT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2121408"/>
            <a:ext cx="48006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每一杯咖啡都是一場旅行 | barista pouring coffee</a:t>
            </a:r>
            <a:endParaRPr lang="en-US" sz="1250" dirty="0"/>
          </a:p>
          <a:p>
            <a:pPr indent="0" marL="0">
              <a:lnSpc>
                <a:spcPct val="1500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嚴選豆子每日新鮮烘焙 | coffee beans roasting</a:t>
            </a:r>
            <a:endParaRPr lang="en-US" sz="1250" dirty="0"/>
          </a:p>
          <a:p>
            <a:pPr indent="0" marL="0">
              <a:lnSpc>
                <a:spcPct val="1500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歡迎光臨轉角的香氣 | cozy coffee shop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262872" y="63550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55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提示詞產生器 · 操作手冊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 2 / 4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914400"/>
            <a:ext cx="1737360" cy="502920"/>
          </a:xfrm>
          <a:prstGeom prst="rect">
            <a:avLst/>
          </a:prstGeom>
          <a:solidFill>
            <a:srgbClr val="111E38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914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0" y="89611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TAG 框架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88920" y="14264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8CA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· ACTION · GOAL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384048" cy="384048"/>
          </a:xfrm>
          <a:prstGeom prst="rect">
            <a:avLst/>
          </a:prstGeom>
          <a:solidFill>
            <a:srgbClr val="111E38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112264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CA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任務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371600" y="2368296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針對出貨延遲撰寫一封給客戶的道歉信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3081528"/>
            <a:ext cx="384048" cy="384048"/>
          </a:xfrm>
          <a:prstGeom prst="rect">
            <a:avLst/>
          </a:prstGeom>
          <a:solidFill>
            <a:srgbClr val="111E38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04495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CA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動作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371600" y="330098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說明延遲原因、提供折扣補償方案、附上新的預計到貨時間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" y="4014216"/>
            <a:ext cx="384048" cy="384048"/>
          </a:xfrm>
          <a:prstGeom prst="rect">
            <a:avLst/>
          </a:prstGeom>
          <a:solidFill>
            <a:srgbClr val="111E38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014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977640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CA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 目標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371600" y="423367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讓客戶感受到誠意與重視，願意繼續信任並持續合作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508406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CA0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適合交辦型的單一任務——把「要做什麼、怎麼做、為了什麼」講清楚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62872" y="63550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355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提示詞產生器 · 操作手冊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 3 / 4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914400"/>
            <a:ext cx="1737360" cy="502920"/>
          </a:xfrm>
          <a:prstGeom prst="rect">
            <a:avLst/>
          </a:prstGeom>
          <a:solidFill>
            <a:srgbClr val="111E38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914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0" y="89611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APE 框架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88920" y="14264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8CA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· PURPOSE · EXPECTATION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384048" cy="384048"/>
          </a:xfrm>
          <a:prstGeom prst="rect">
            <a:avLst/>
          </a:prstGeom>
          <a:solidFill>
            <a:srgbClr val="111E38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112264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CA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行動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371600" y="2368296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幫我把這份會議紀錄整理成條列重點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3081528"/>
            <a:ext cx="384048" cy="384048"/>
          </a:xfrm>
          <a:prstGeom prst="rect">
            <a:avLst/>
          </a:prstGeom>
          <a:solidFill>
            <a:srgbClr val="111E38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04495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CA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PURPOSE 目的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371600" y="330098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方便沒有出席會議的同事快速掌握決議事項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" y="4014216"/>
            <a:ext cx="384048" cy="384048"/>
          </a:xfrm>
          <a:prstGeom prst="rect">
            <a:avLst/>
          </a:prstGeom>
          <a:solidFill>
            <a:srgbClr val="111E38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014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977640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CA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EXPECTATION 期待輸出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371600" y="423367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輸出不超過 10 條重點、每條一句話、依重要程度排序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508406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CA0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 TAG 更聚焦在「輸出規格」上，適合明確、可執行的單一請求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62872" y="63550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355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提示詞產生器 · 操作手冊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 4 / 4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841248"/>
            <a:ext cx="1920240" cy="457200"/>
          </a:xfrm>
          <a:prstGeom prst="rect">
            <a:avLst/>
          </a:prstGeom>
          <a:solidFill>
            <a:srgbClr val="111E38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CO-STAR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926080" y="80467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CO-STAR 框架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944368" y="12984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0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六個維度最完整，適合精準控制風格與格式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1965960"/>
            <a:ext cx="384048" cy="384048"/>
          </a:xfrm>
          <a:prstGeom prst="rect">
            <a:avLst/>
          </a:prstGeom>
          <a:solidFill>
            <a:srgbClr val="111E38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929384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CA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背景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371600" y="2185416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一家剛開幕、主打天然成分的手工皂電商品牌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965960"/>
            <a:ext cx="384048" cy="384048"/>
          </a:xfrm>
          <a:prstGeom prst="rect">
            <a:avLst/>
          </a:prstGeom>
          <a:solidFill>
            <a:srgbClr val="111E38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66560" y="1929384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CA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OBJECTIVE 目標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766560" y="2185416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寫一篇 Instagram 貼文文案，介紹新品上市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3044952"/>
            <a:ext cx="384048" cy="384048"/>
          </a:xfrm>
          <a:prstGeom prst="rect">
            <a:avLst/>
          </a:prstGeom>
          <a:solidFill>
            <a:srgbClr val="111E38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00837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CA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 風格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371600" y="326440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溫暖故事感，帶一點生活風格雜誌的敘事感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3044952"/>
            <a:ext cx="384048" cy="384048"/>
          </a:xfrm>
          <a:prstGeom prst="rect">
            <a:avLst/>
          </a:prstGeom>
          <a:solidFill>
            <a:srgbClr val="111E38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66560" y="300837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CA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TONE 語氣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766560" y="326440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親切自然，像朋友分享好物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2960" y="4123944"/>
            <a:ext cx="384048" cy="384048"/>
          </a:xfrm>
          <a:prstGeom prst="rect">
            <a:avLst/>
          </a:prstGeom>
          <a:solidFill>
            <a:srgbClr val="111E38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123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408736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CA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AUDIENCE 受眾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371600" y="43434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25-40歲、注重生活品質的女性消費者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17920" y="4123944"/>
            <a:ext cx="384048" cy="384048"/>
          </a:xfrm>
          <a:prstGeom prst="rect">
            <a:avLst/>
          </a:prstGeom>
          <a:solidFill>
            <a:srgbClr val="111E38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4123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66560" y="408736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CA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輸出格式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766560" y="43434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一段 100-150 字的貼文文案，附 5 個 hashtag 建議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262872" y="63550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6355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提示詞產生器 · 操作手冊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TO USE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五個步驟，從框架到成果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1934870" cy="4160520"/>
          </a:xfrm>
          <a:prstGeom prst="rect">
            <a:avLst/>
          </a:prstGeom>
          <a:solidFill>
            <a:srgbClr val="111E38"/>
          </a:solidFill>
          <a:ln w="12700">
            <a:solidFill>
              <a:srgbClr val="23345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06347" y="2148840"/>
            <a:ext cx="585216" cy="585216"/>
          </a:xfrm>
          <a:prstGeom prst="rect">
            <a:avLst/>
          </a:prstGeom>
          <a:solidFill>
            <a:srgbClr val="0B1220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06347" y="2148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2926080"/>
            <a:ext cx="16056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選一個框架分頁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3703320"/>
            <a:ext cx="160568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3A4C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影音工坊／TAG／APE／CO-STAR，切換分頁不會清掉其他框架已填的內容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93822" y="2441448"/>
            <a:ext cx="201168" cy="0"/>
          </a:xfrm>
          <a:prstGeom prst="line">
            <a:avLst/>
          </a:prstGeom>
          <a:noFill/>
          <a:ln w="15875">
            <a:solidFill>
              <a:srgbClr val="233457"/>
            </a:solidFill>
            <a:prstDash val="dash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22422" y="1874520"/>
            <a:ext cx="1934870" cy="4160520"/>
          </a:xfrm>
          <a:prstGeom prst="rect">
            <a:avLst/>
          </a:prstGeom>
          <a:solidFill>
            <a:srgbClr val="111E38"/>
          </a:solidFill>
          <a:ln w="12700">
            <a:solidFill>
              <a:srgbClr val="23345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97250" y="2148840"/>
            <a:ext cx="585216" cy="585216"/>
          </a:xfrm>
          <a:prstGeom prst="rect">
            <a:avLst/>
          </a:prstGeom>
          <a:solidFill>
            <a:srgbClr val="0B1220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97250" y="2148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087014" y="2926080"/>
            <a:ext cx="16056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套用範例或自行填寫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87014" y="3703320"/>
            <a:ext cx="160568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3A4C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先套用一組範例快速看懂欄位怎麼填，或直接從空白開始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84725" y="2441448"/>
            <a:ext cx="201168" cy="0"/>
          </a:xfrm>
          <a:prstGeom prst="line">
            <a:avLst/>
          </a:prstGeom>
          <a:noFill/>
          <a:ln w="15875">
            <a:solidFill>
              <a:srgbClr val="233457"/>
            </a:solidFill>
            <a:prstDash val="dash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13325" y="1874520"/>
            <a:ext cx="1934870" cy="4160520"/>
          </a:xfrm>
          <a:prstGeom prst="rect">
            <a:avLst/>
          </a:prstGeom>
          <a:solidFill>
            <a:srgbClr val="111E38"/>
          </a:solidFill>
          <a:ln w="12700">
            <a:solidFill>
              <a:srgbClr val="23345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88152" y="2148840"/>
            <a:ext cx="585216" cy="585216"/>
          </a:xfrm>
          <a:prstGeom prst="rect">
            <a:avLst/>
          </a:prstGeom>
          <a:solidFill>
            <a:srgbClr val="0B1220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88152" y="2148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77917" y="2926080"/>
            <a:ext cx="16056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組成提示詞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77917" y="3703320"/>
            <a:ext cx="160568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3A4C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按「🔧 組成提示詞」，得到完整文字，按「複製提示詞」貼到任何 AI 對話框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075627" y="2441448"/>
            <a:ext cx="201168" cy="0"/>
          </a:xfrm>
          <a:prstGeom prst="line">
            <a:avLst/>
          </a:prstGeom>
          <a:noFill/>
          <a:ln w="15875">
            <a:solidFill>
              <a:srgbClr val="233457"/>
            </a:solidFill>
            <a:prstDash val="dash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04227" y="1874520"/>
            <a:ext cx="1934870" cy="4160520"/>
          </a:xfrm>
          <a:prstGeom prst="rect">
            <a:avLst/>
          </a:prstGeom>
          <a:solidFill>
            <a:srgbClr val="111E38"/>
          </a:solidFill>
          <a:ln w="12700">
            <a:solidFill>
              <a:srgbClr val="23345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979054" y="2148840"/>
            <a:ext cx="585216" cy="585216"/>
          </a:xfrm>
          <a:prstGeom prst="rect">
            <a:avLst/>
          </a:prstGeom>
          <a:solidFill>
            <a:srgbClr val="0B1220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79054" y="2148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468819" y="2926080"/>
            <a:ext cx="16056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（選用）直接生成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68819" y="3703320"/>
            <a:ext cx="160568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3A4C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填入自己的 API 金鑰，按「🚀 送給 AI 直接生成」取得 AI 實際產生的結果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266530" y="2441448"/>
            <a:ext cx="201168" cy="0"/>
          </a:xfrm>
          <a:prstGeom prst="line">
            <a:avLst/>
          </a:prstGeom>
          <a:noFill/>
          <a:ln w="15875">
            <a:solidFill>
              <a:srgbClr val="233457"/>
            </a:solidFill>
            <a:prstDash val="dash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495130" y="1874520"/>
            <a:ext cx="1934870" cy="4160520"/>
          </a:xfrm>
          <a:prstGeom prst="rect">
            <a:avLst/>
          </a:prstGeom>
          <a:solidFill>
            <a:srgbClr val="111E38"/>
          </a:solidFill>
          <a:ln w="12700">
            <a:solidFill>
              <a:srgbClr val="23345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169957" y="2148840"/>
            <a:ext cx="585216" cy="585216"/>
          </a:xfrm>
          <a:prstGeom prst="rect">
            <a:avLst/>
          </a:prstGeom>
          <a:solidFill>
            <a:srgbClr val="0B1220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69957" y="2148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659722" y="2926080"/>
            <a:ext cx="16056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命名儲存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59722" y="3703320"/>
            <a:ext cx="160568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3A4C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滿意的結果可以取名存進清單，之後隨時載回、複製或下載成 .txt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262872" y="63550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6355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提示詞產生器 · 操作手冊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SAVED PROMPTS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儲存 ≠ 下載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4C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「已儲存的提示詞」是一份留在瀏覽器裡的清單，這兩個按鈕做的是不同的事：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5074920" cy="2880360"/>
          </a:xfrm>
          <a:prstGeom prst="rect">
            <a:avLst/>
          </a:prstGeom>
          <a:solidFill>
            <a:srgbClr val="111E38"/>
          </a:solidFill>
          <a:ln w="15875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43000" y="26060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儲存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43000" y="3200400"/>
            <a:ext cx="4434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93A4C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存進這台瀏覽器的清單裡，不會產生任何檔案。取一個好記的名字，之後可以「載入」直接切換回對應框架分頁並覆蓋欄位。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074920" cy="2880360"/>
          </a:xfrm>
          <a:prstGeom prst="rect">
            <a:avLst/>
          </a:prstGeom>
          <a:solidFill>
            <a:srgbClr val="111E38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26060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下載 .txt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37960" y="3200400"/>
            <a:ext cx="4434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93A4C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才會真的產生一個檔案到你的下載資料夾，內容是組成的提示詞（連同 AI 產生結果，若有）。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5440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CA0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每一筆紀錄都能「載入」／「複製」／「下載」／「刪除」；同名再存一次會詢問是否覆蓋。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262872" y="63550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6355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提示詞產生器 · 操作手冊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 · BYOK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783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是選用功能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875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900" dirty="0">
                <a:solidFill>
                  <a:srgbClr val="93A4C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沒有填 API 金鑰完全不影響使用——</a:t>
            </a:r>
            <a:pPr indent="0" marL="0">
              <a:lnSpc>
                <a:spcPct val="160000"/>
              </a:lnSpc>
              <a:buNone/>
            </a:pPr>
            <a:r>
              <a:rPr lang="en-US" sz="1900" b="1" dirty="0">
                <a:solidFill>
                  <a:srgbClr val="38BD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組成提示詞永遠不需要金鑰</a:t>
            </a:r>
            <a:pPr indent="0" marL="0">
              <a:lnSpc>
                <a:spcPct val="160000"/>
              </a:lnSpc>
              <a:buNone/>
            </a:pPr>
            <a:r>
              <a:rPr lang="en-US" sz="1900" dirty="0">
                <a:solidFill>
                  <a:srgbClr val="93A4C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。想用「送給 AI 直接生成」時，金鑰要自己到 Claude／OpenAI／Gemini／OpenRouter 任一服務商申請，畫面會直接連到官方 API，不會經過本工具以外的任何伺服器。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262872" y="63550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提示詞產生器 · 操作手冊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LICENSE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授權序號：12 個月使用期限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2763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4C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這是鎖整個工具的序號機制，跟 AI 金鑰是兩件互不相干的事。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3291840" cy="3108960"/>
          </a:xfrm>
          <a:prstGeom prst="rect">
            <a:avLst/>
          </a:prstGeom>
          <a:solidFill>
            <a:srgbClr val="111E38"/>
          </a:solidFill>
          <a:ln w="12700">
            <a:solidFill>
              <a:srgbClr val="23345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331720"/>
            <a:ext cx="3291840" cy="6400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624328"/>
            <a:ext cx="2779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驗證通過才能使用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78992" y="3383280"/>
            <a:ext cx="27797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93A4C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整個工具預設鎖定，需輸入授權序號並驗證通過才能進入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2331720"/>
            <a:ext cx="3291840" cy="3108960"/>
          </a:xfrm>
          <a:prstGeom prst="rect">
            <a:avLst/>
          </a:prstGeom>
          <a:solidFill>
            <a:srgbClr val="111E38"/>
          </a:solidFill>
          <a:ln w="12700">
            <a:solidFill>
              <a:srgbClr val="23345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2331720"/>
            <a:ext cx="3291840" cy="6400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1" name="Text 9"/>
          <p:cNvSpPr/>
          <p:nvPr/>
        </p:nvSpPr>
        <p:spPr>
          <a:xfrm>
            <a:off x="4690872" y="2624328"/>
            <a:ext cx="2779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效期 12 個月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690872" y="3383280"/>
            <a:ext cx="27797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93A4C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自第一次驗證起算；輸入一次後記在這台瀏覽器裡，下次開啟不用重新輸入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2331720"/>
            <a:ext cx="3291840" cy="3108960"/>
          </a:xfrm>
          <a:prstGeom prst="rect">
            <a:avLst/>
          </a:prstGeom>
          <a:solidFill>
            <a:srgbClr val="111E38"/>
          </a:solidFill>
          <a:ln w="12700">
            <a:solidFill>
              <a:srgbClr val="23345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2331720"/>
            <a:ext cx="3291840" cy="6400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5" name="Text 13"/>
          <p:cNvSpPr/>
          <p:nvPr/>
        </p:nvSpPr>
        <p:spPr>
          <a:xfrm>
            <a:off x="8302752" y="2624328"/>
            <a:ext cx="2779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持續重新確認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302752" y="3383280"/>
            <a:ext cx="27797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93A4C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每次開啟頁面即時重驗，背景每 20 分鐘再驗一次；到期最多 20 分鐘內自動重新鎖定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262872" y="63550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6355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提示詞產生器 · 操作手冊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YOU START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三件事記得留意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0515600" cy="1188720"/>
          </a:xfrm>
          <a:prstGeom prst="rect">
            <a:avLst/>
          </a:prstGeom>
          <a:solidFill>
            <a:srgbClr val="111E38"/>
          </a:solidFill>
          <a:ln w="12700">
            <a:solidFill>
              <a:srgbClr val="23345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92024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103120" y="1920240"/>
            <a:ext cx="8869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3A4C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填寫的內容只存在自己瀏覽器裡，換電腦或清資料就會不見，重要內容記得下載 .txt 備份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291840"/>
            <a:ext cx="10515600" cy="1188720"/>
          </a:xfrm>
          <a:prstGeom prst="rect">
            <a:avLst/>
          </a:prstGeom>
          <a:solidFill>
            <a:srgbClr val="111E38"/>
          </a:solidFill>
          <a:ln w="12700">
            <a:solidFill>
              <a:srgbClr val="23345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329184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103120" y="3291840"/>
            <a:ext cx="8869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3A4C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請勿輸入真實個資、公司機密，或不想被 AI 服務看到的敏感資訊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663440"/>
            <a:ext cx="10515600" cy="1188720"/>
          </a:xfrm>
          <a:prstGeom prst="rect">
            <a:avLst/>
          </a:prstGeom>
          <a:solidFill>
            <a:srgbClr val="111E38"/>
          </a:solidFill>
          <a:ln w="12700">
            <a:solidFill>
              <a:srgbClr val="23345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51560" y="466344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103120" y="4663440"/>
            <a:ext cx="8869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3A4C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生成的內容僅供參考，正式使用前請自行查證，尤其涉及法律、財務、醫療等專業判斷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262872" y="63550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6355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提示詞產生器 · 操作手冊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BUILDING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把想法，組裝成一段提示詞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463040" y="3200400"/>
            <a:ext cx="9262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3A4C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 AI 提示詞產生器，從你手上的任務開始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25596" y="3886200"/>
            <a:ext cx="4937760" cy="566928"/>
          </a:xfrm>
          <a:prstGeom prst="rect">
            <a:avLst/>
          </a:prstGeom>
          <a:solidFill>
            <a:srgbClr val="111E38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6" name="Text 4">
            <a:hlinkClick r:id="rId2" tooltip=""/>
          </p:cNvPr>
          <p:cNvSpPr/>
          <p:nvPr/>
        </p:nvSpPr>
        <p:spPr>
          <a:xfrm>
            <a:off x="3625596" y="388620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m255525.github.io/ai-prompt-generator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75888" y="4800600"/>
            <a:ext cx="1120140" cy="384048"/>
          </a:xfrm>
          <a:prstGeom prst="rect">
            <a:avLst/>
          </a:prstGeom>
          <a:solidFill>
            <a:srgbClr val="111E3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75888" y="4800600"/>
            <a:ext cx="11201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97196" y="4800600"/>
            <a:ext cx="873252" cy="384048"/>
          </a:xfrm>
          <a:prstGeom prst="rect">
            <a:avLst/>
          </a:prstGeom>
          <a:solidFill>
            <a:srgbClr val="111E38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97196" y="4800600"/>
            <a:ext cx="8732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71616" y="4800600"/>
            <a:ext cx="873252" cy="384048"/>
          </a:xfrm>
          <a:prstGeom prst="rect">
            <a:avLst/>
          </a:prstGeom>
          <a:solidFill>
            <a:srgbClr val="111E38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71616" y="4800600"/>
            <a:ext cx="8732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46036" y="4800600"/>
            <a:ext cx="1367028" cy="384048"/>
          </a:xfrm>
          <a:prstGeom prst="rect">
            <a:avLst/>
          </a:prstGeom>
          <a:solidFill>
            <a:srgbClr val="111E3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46036" y="4800600"/>
            <a:ext cx="13670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CO-STAR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0" y="612648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7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製作：Mark Tsai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提示詞裝配手冊</dc:title>
  <dc:subject>PptxGenJS Presentation</dc:subject>
  <dc:creator>Mark Tsai</dc:creator>
  <cp:lastModifiedBy>Mark Tsai</cp:lastModifiedBy>
  <cp:revision>1</cp:revision>
  <dcterms:created xsi:type="dcterms:W3CDTF">2026-09-07T09:18:57Z</dcterms:created>
  <dcterms:modified xsi:type="dcterms:W3CDTF">2026-09-07T09:18:57Z</dcterms:modified>
</cp:coreProperties>
</file>